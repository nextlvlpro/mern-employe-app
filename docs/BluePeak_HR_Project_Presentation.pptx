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143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B84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BluePeak HR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847088"/>
            <a:ext cx="7132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MERN Stack Employee Management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395728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E2E8"/>
                </a:solidFill>
              </a:rPr>
              <a:t>Project overview and functionality presentation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13232" y="42519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438912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Student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4754880"/>
            <a:ext cx="2871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Bhanu Sharma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Enrollment: O24MCA112292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MCA Full Stack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425196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4389120"/>
            <a:ext cx="2871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Guide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25112" y="4754880"/>
            <a:ext cx="287121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Alok Srivastva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Academic Year: 2024-2026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Chandigarh University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07808" y="42519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438912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3191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Live on Render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https://bluepeak-hr.onrender.com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MongoDB Atlas database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868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B7C"/>
                </a:solidFill>
              </a:rPr>
              <a:t>Purpose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D2630"/>
                </a:solidFill>
              </a:rPr>
              <a:t>BluePeak HR is a web application that helps an organization store, search, secure, and maintain employee records through a browser-based interface.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4663440" cy="3108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D2630"/>
                </a:solidFill>
              </a:rPr>
              <a:t>Centralized employee records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JWT-based authentication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Admin, department head, and user roles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Employee CRUD, search, filters, CSV import/export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Activity log and dashboard summaries</a:t>
            </a:r>
            <a:endParaRPr lang="en-US" sz="1500" dirty="0"/>
          </a:p>
        </p:txBody>
      </p:sp>
      <p:pic>
        <p:nvPicPr>
          <p:cNvPr id="10" name="Image 0" descr="D:\projects\docs\screenshots\02-admin-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806440" y="960120"/>
            <a:ext cx="5806440" cy="493776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806440" y="960120"/>
            <a:ext cx="5806440" cy="4937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Objectives And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0515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Database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417320"/>
            <a:ext cx="3145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Design MongoDB schemas for users, employees, activity logs, and app settings.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9144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0515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Backend APIs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07992" y="1417320"/>
            <a:ext cx="3145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Develop RESTful APIs with Express for authentication, employees, users, activity, and imports.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0515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Frontend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417320"/>
            <a:ext cx="3145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Create a React interface with separate pages and clear workplace-style navigation.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7432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8803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Security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3232" y="3246120"/>
            <a:ext cx="3145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Use JWT, password hashing, route protection, and role-based access control.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43400" y="27432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07992" y="28803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Testing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07992" y="3246120"/>
            <a:ext cx="3145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Verify workflows using build checks, API checks, and Playwright browser testing.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2743200"/>
            <a:ext cx="3474720" cy="1325880"/>
          </a:xfrm>
          <a:prstGeom prst="roundRect">
            <a:avLst>
              <a:gd name="adj" fmla="val 5517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02752" y="2880360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Deployment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02752" y="3246120"/>
            <a:ext cx="3145536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Deploy the working MERN application on Render with MongoDB Atlas.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8745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1168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React Frontend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237744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Pages, components, services, AuthContext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1868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6B7C"/>
                </a:solidFill>
              </a:rPr>
              <a:t>&gt;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566160" y="18745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0752" y="201168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Express Backend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30752" y="237744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Routes, controllers, middleware,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5332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6B7C"/>
                </a:solidFill>
              </a:rPr>
              <a:t>&gt;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400800" y="18745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01168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MongoDB Atlas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65392" y="237744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Users, employees, activity logs, app settings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887968" y="230428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6B7C"/>
                </a:solidFill>
              </a:rPr>
              <a:t>&gt;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235440" y="1874520"/>
            <a:ext cx="2423160" cy="1417320"/>
          </a:xfrm>
          <a:prstGeom prst="roundRect">
            <a:avLst>
              <a:gd name="adj" fmla="val 5161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00032" y="2011680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Render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400032" y="2377440"/>
            <a:ext cx="209397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Builds React and runs the Node.js service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D2630"/>
                </a:solidFill>
              </a:rPr>
              <a:t>The React app sends API requests to Express. Express validates requests, checks permissions, reads/writes MongoDB data, and serves the built frontend in production.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Functionality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94360" y="960120"/>
            <a:ext cx="4800600" cy="4983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D2630"/>
                </a:solidFill>
              </a:rPr>
              <a:t>Secure login, registration, and profile management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Employee create, read, update, and delete operations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Search by name, email, department, and job title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Department, status, sorting, and row-count filters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CSV import with validation and CSV export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Activity history for employee and account changes</a:t>
            </a:r>
            <a:endParaRPr lang="en-US" sz="1500" dirty="0"/>
          </a:p>
        </p:txBody>
      </p:sp>
      <p:pic>
        <p:nvPicPr>
          <p:cNvPr id="8" name="Image 0" descr="D:\projects\docs\screenshots\03-admin-employe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15000" y="914400"/>
            <a:ext cx="5989320" cy="5074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715000" y="914400"/>
            <a:ext cx="5989320" cy="50749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Role-Based Access Control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9144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0515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Admin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417320"/>
            <a:ext cx="30540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Can view and manage all employees and users. Can create users in any department and update roles.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9144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53712" y="10515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Department Head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53712" y="1417320"/>
            <a:ext cx="30540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Can manage employees and add normal users only inside their own department.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8160" y="914400"/>
            <a:ext cx="3383280" cy="1554480"/>
          </a:xfrm>
          <a:prstGeom prst="roundRect">
            <a:avLst>
              <a:gd name="adj" fmla="val 470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051560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User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02752" y="1417320"/>
            <a:ext cx="30540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Can view employee and user information related to their department in read-only mode.</a:t>
            </a:r>
            <a:endParaRPr lang="en-US" sz="1100" dirty="0"/>
          </a:p>
        </p:txBody>
      </p:sp>
      <p:pic>
        <p:nvPicPr>
          <p:cNvPr id="16" name="Image 0" descr="D:\projects\docs\screenshots\06-admin-us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2926080"/>
            <a:ext cx="5394960" cy="29718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31520" y="2926080"/>
            <a:ext cx="5394960" cy="2971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8" name="Image 1" descr="D:\projects\docs\screenshots\08-staff-read-only-employe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2926080"/>
            <a:ext cx="5074920" cy="29718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400800" y="2926080"/>
            <a:ext cx="5074920" cy="2971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CSV Import And Validation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pic>
        <p:nvPicPr>
          <p:cNvPr id="7" name="Image 0" descr="D:\projects\docs\screenshots\05-import-cs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960120"/>
            <a:ext cx="5669280" cy="48463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" y="960120"/>
            <a:ext cx="5669280" cy="484632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75120" y="1143000"/>
            <a:ext cx="47091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D2630"/>
                </a:solidFill>
              </a:rPr>
              <a:t>Bulk employee upload using CSV files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Checks required columns before import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Validates email, phone, department, job title, and status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Shows row-level validation errors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Department heads can import only their own department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 Screens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pic>
        <p:nvPicPr>
          <p:cNvPr id="7" name="Image 0" descr="D:\projects\docs\screenshots\01-login-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868680"/>
            <a:ext cx="3520440" cy="2148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94360" y="868680"/>
            <a:ext cx="352044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9" name="Image 1" descr="D:\projects\docs\screenshots\04-add-employe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868680"/>
            <a:ext cx="3520440" cy="21488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343400" y="868680"/>
            <a:ext cx="352044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1" name="Image 2" descr="D:\projects\docs\screenshots\07-department-head-user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0" y="868680"/>
            <a:ext cx="3520440" cy="214884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92440" y="868680"/>
            <a:ext cx="3520440" cy="214884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94360" y="33375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758952" y="347472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Login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758952" y="3840480"/>
            <a:ext cx="3191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Demo accounts for admin, department head, and staff user.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343400" y="33375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507992" y="347472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Add Employee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07992" y="3840480"/>
            <a:ext cx="3191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Separate page for creating new records.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092440" y="33375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257032" y="3474720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Department Head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57032" y="3840480"/>
            <a:ext cx="319125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User creation locked to the head department.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And Verification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530352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D2630"/>
                </a:solidFill>
              </a:rPr>
              <a:t>Frontend production build completed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Backend JavaScript syntax checks completed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Playwright smoke test covers login and employee workflows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Permission checks verify user and department-head restrictions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Render health endpoint verified after deployment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46520" y="1097280"/>
            <a:ext cx="4754880" cy="2011680"/>
          </a:xfrm>
          <a:prstGeom prst="roundRect">
            <a:avLst>
              <a:gd name="adj" fmla="val 3636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11112" y="123444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Useful Commands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11112" y="1600200"/>
            <a:ext cx="442569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npm run build --prefix client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npm run test:e2e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node scripts/capture-ui-screenshots.js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node scripts/record-admin-tour.js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46520" y="347472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3611880"/>
            <a:ext cx="44256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Health URL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11112" y="3977640"/>
            <a:ext cx="4425696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https://bluepeak-hr.onrender.com/api/health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9601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0972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50392" y="1463040"/>
            <a:ext cx="2962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Render Web Service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9601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0972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Database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99432" y="1463040"/>
            <a:ext cx="2962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MongoDB Atlas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83880" y="960120"/>
            <a:ext cx="3291840" cy="1143000"/>
          </a:xfrm>
          <a:prstGeom prst="roundRect">
            <a:avLst>
              <a:gd name="adj" fmla="val 6400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48472" y="1097280"/>
            <a:ext cx="2962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Repository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48472" y="1463040"/>
            <a:ext cx="2962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GitHub: nextlvlpro/mern-employe-app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2743200"/>
            <a:ext cx="5257800" cy="3200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D2630"/>
                </a:solidFill>
              </a:rPr>
              <a:t>Render installs server and client dependencies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Vite builds React production files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Express serves API routes under /api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Express serves React build for browser routes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Startup seed creates safe demo data once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274320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56832" y="2880360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Live Application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56832" y="3246120"/>
            <a:ext cx="4288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https://bluepeak-hr.onrender.com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429768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F5F8FA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56832" y="4434840"/>
            <a:ext cx="4288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6B7C"/>
                </a:solidFill>
              </a:rPr>
              <a:t>Demo Login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56832" y="4800600"/>
            <a:ext cx="428853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admin@example.com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2630"/>
                </a:solidFill>
              </a:rPr>
              <a:t>password123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E2B36"/>
          </a:solidFill>
          <a:ln w="12700">
            <a:solidFill>
              <a:srgbClr val="1E2B3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And Future Scope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321040" y="12801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8E2E8"/>
                </a:solidFill>
              </a:rPr>
              <a:t>MERN Stack Employee Management System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11480" y="6565392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Bhanu Sharma | O24MCA112292 | MCA Full Stack Development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7680960" y="6565392"/>
            <a:ext cx="4069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D98"/>
                </a:solidFill>
              </a:rPr>
              <a:t>https://bluepeak-hr.onrender.com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97280"/>
            <a:ext cx="53949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D2630"/>
                </a:solidFill>
              </a:rPr>
              <a:t>Project fulfills the MERN stack employee management requirements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Application supports secure authentication and role-based workflows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System is deployed and ready for project demonstration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Documentation includes PDFs, screenshots, and tour video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629400" y="1097280"/>
            <a:ext cx="4480560" cy="3383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500" dirty="0">
                <a:solidFill>
                  <a:srgbClr val="1D2630"/>
                </a:solidFill>
              </a:rPr>
              <a:t>Attendance management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Payroll or salary module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Password reset through email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Advanced reports and charts</a:t>
            </a:r>
            <a:endParaRPr lang="en-US" sz="1500" dirty="0"/>
          </a:p>
          <a:p>
            <a:r>
              <a:rPr lang="en-US" sz="1500" dirty="0">
                <a:solidFill>
                  <a:srgbClr val="1D2630"/>
                </a:solidFill>
              </a:rPr>
              <a:t>Profile image upload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0" y="54864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76B7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Chandigarh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BluePeak HR Project Presentation</dc:title>
  <dc:subject>MERN Stack Employee Management System</dc:subject>
  <dc:creator>Bhanu Sharma</dc:creator>
  <cp:lastModifiedBy>Bhanu Sharma</cp:lastModifiedBy>
  <cp:revision>1</cp:revision>
  <dcterms:created xsi:type="dcterms:W3CDTF">2026-07-05T17:18:12Z</dcterms:created>
  <dcterms:modified xsi:type="dcterms:W3CDTF">2026-07-05T17:18:12Z</dcterms:modified>
</cp:coreProperties>
</file>